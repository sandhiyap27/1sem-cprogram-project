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theme/_rels/theme1.xml.rels" ContentType="application/vnd.openxmlformats-package.relationships+xml"/>
  <Override PartName="/ppt/media/image1.jpeg" ContentType="image/jpeg"/>
  <Override PartName="/ppt/media/image2.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0" name="Straight Connector 6"/>
          <p:cNvCxnSpPr/>
          <p:nvPr/>
        </p:nvCxnSpPr>
        <p:spPr>
          <a:xfrm flipV="1">
            <a:off x="761760" y="826200"/>
            <a:ext cx="360" cy="914760"/>
          </a:xfrm>
          <a:prstGeom prst="straightConnector1">
            <a:avLst/>
          </a:prstGeom>
          <a:ln w="19050">
            <a:solidFill>
              <a:srgbClr val="1cade4"/>
            </a:solidFill>
            <a:round/>
          </a:ln>
        </p:spPr>
      </p:cxnSp>
      <p:sp>
        <p:nvSpPr>
          <p:cNvPr id="1" name="Rectangle 9"/>
          <p:cNvSpPr/>
          <p:nvPr/>
        </p:nvSpPr>
        <p:spPr>
          <a:xfrm>
            <a:off x="0" y="0"/>
            <a:ext cx="12191760" cy="457164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 name="Oval 5"/>
          <p:cNvSpPr/>
          <p:nvPr/>
        </p:nvSpPr>
        <p:spPr>
          <a:xfrm>
            <a:off x="0" y="0"/>
            <a:ext cx="12191760" cy="4571640"/>
          </a:xfrm>
          <a:custGeom>
            <a:avLst/>
            <a:gdLst>
              <a:gd name="textAreaLeft" fmla="*/ 0 w 12191760"/>
              <a:gd name="textAreaRight" fmla="*/ 12192120 w 12191760"/>
              <a:gd name="textAreaTop" fmla="*/ 0 h 4571640"/>
              <a:gd name="textAreaBottom" fmla="*/ 4572000 h 457164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4" name="PlaceHolder 2"/>
          <p:cNvSpPr>
            <a:spLocks noGrp="1"/>
          </p:cNvSpPr>
          <p:nvPr>
            <p:ph type="dt" idx="1"/>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 name="PlaceHolder 3"/>
          <p:cNvSpPr>
            <a:spLocks noGrp="1"/>
          </p:cNvSpPr>
          <p:nvPr>
            <p:ph type="ftr" idx="2"/>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 name="PlaceHolder 4"/>
          <p:cNvSpPr>
            <a:spLocks noGrp="1"/>
          </p:cNvSpPr>
          <p:nvPr>
            <p:ph type="sldNum" idx="3"/>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25327248-B4FD-4377-AA4D-FD286DEFD8C9}"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7" name="Straight Connector 7"/>
          <p:cNvCxnSpPr/>
          <p:nvPr/>
        </p:nvCxnSpPr>
        <p:spPr>
          <a:xfrm flipV="1">
            <a:off x="8386560" y="5263920"/>
            <a:ext cx="360" cy="914760"/>
          </a:xfrm>
          <a:prstGeom prst="straightConnector1">
            <a:avLst/>
          </a:prstGeom>
          <a:ln w="19050">
            <a:solidFill>
              <a:srgbClr val="1cade4">
                <a:lumMod val="75000"/>
              </a:srgbClr>
            </a:solidFill>
            <a:round/>
          </a:ln>
        </p:spPr>
      </p:cxn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8" name="Straight Connector 6"/>
          <p:cNvCxnSpPr/>
          <p:nvPr/>
        </p:nvCxnSpPr>
        <p:spPr>
          <a:xfrm flipV="1">
            <a:off x="761760" y="826200"/>
            <a:ext cx="360" cy="914760"/>
          </a:xfrm>
          <a:prstGeom prst="straightConnector1">
            <a:avLst/>
          </a:prstGeom>
          <a:ln w="19050">
            <a:solidFill>
              <a:srgbClr val="1cade4"/>
            </a:solidFill>
            <a:round/>
          </a:ln>
        </p:spPr>
      </p:cxnSp>
      <p:sp>
        <p:nvSpPr>
          <p:cNvPr id="9"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10" name="PlaceHolder 2"/>
          <p:cNvSpPr>
            <a:spLocks noGrp="1"/>
          </p:cNvSpPr>
          <p:nvPr>
            <p:ph type="body"/>
          </p:nvPr>
        </p:nvSpPr>
        <p:spPr>
          <a:xfrm>
            <a:off x="1024200" y="2286000"/>
            <a:ext cx="9719640" cy="402300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11" name="PlaceHolder 3"/>
          <p:cNvSpPr>
            <a:spLocks noGrp="1"/>
          </p:cNvSpPr>
          <p:nvPr>
            <p:ph type="dt" idx="4"/>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12" name="PlaceHolder 4"/>
          <p:cNvSpPr>
            <a:spLocks noGrp="1"/>
          </p:cNvSpPr>
          <p:nvPr>
            <p:ph type="ftr" idx="5"/>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3" name="PlaceHolder 5"/>
          <p:cNvSpPr>
            <a:spLocks noGrp="1"/>
          </p:cNvSpPr>
          <p:nvPr>
            <p:ph type="sldNum" idx="6"/>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52573DA4-90B3-47DC-A0A3-32B7582FD25A}"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4" name="Straight Connector 6"/>
          <p:cNvCxnSpPr/>
          <p:nvPr/>
        </p:nvCxnSpPr>
        <p:spPr>
          <a:xfrm flipV="1">
            <a:off x="761760" y="826200"/>
            <a:ext cx="360" cy="914760"/>
          </a:xfrm>
          <a:prstGeom prst="straightConnector1">
            <a:avLst/>
          </a:prstGeom>
          <a:ln w="19050">
            <a:solidFill>
              <a:srgbClr val="1cade4"/>
            </a:solidFill>
            <a:round/>
          </a:ln>
        </p:spPr>
      </p:cxnSp>
      <p:sp>
        <p:nvSpPr>
          <p:cNvPr id="15" name="PlaceHolder 1"/>
          <p:cNvSpPr>
            <a:spLocks noGrp="1"/>
          </p:cNvSpPr>
          <p:nvPr>
            <p:ph type="title"/>
          </p:nvPr>
        </p:nvSpPr>
        <p:spPr>
          <a:xfrm>
            <a:off x="8724960" y="762120"/>
            <a:ext cx="2628720" cy="5409720"/>
          </a:xfrm>
          <a:prstGeom prst="rect">
            <a:avLst/>
          </a:prstGeom>
          <a:noFill/>
          <a:ln w="0">
            <a:noFill/>
          </a:ln>
        </p:spPr>
        <p:txBody>
          <a:bodyPr lIns="45720" rIns="45720" tIns="91440" bIns="91440" anchor="ctr" vert="eaVert">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16" name="PlaceHolder 2"/>
          <p:cNvSpPr>
            <a:spLocks noGrp="1"/>
          </p:cNvSpPr>
          <p:nvPr>
            <p:ph type="body"/>
          </p:nvPr>
        </p:nvSpPr>
        <p:spPr>
          <a:xfrm>
            <a:off x="990720" y="762120"/>
            <a:ext cx="7581600" cy="540972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17" name="PlaceHolder 3"/>
          <p:cNvSpPr>
            <a:spLocks noGrp="1"/>
          </p:cNvSpPr>
          <p:nvPr>
            <p:ph type="dt" idx="7"/>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18" name="PlaceHolder 4"/>
          <p:cNvSpPr>
            <a:spLocks noGrp="1"/>
          </p:cNvSpPr>
          <p:nvPr>
            <p:ph type="ftr" idx="8"/>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9" name="PlaceHolder 5"/>
          <p:cNvSpPr>
            <a:spLocks noGrp="1"/>
          </p:cNvSpPr>
          <p:nvPr>
            <p:ph type="sldNum" idx="9"/>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E12893C7-56A1-4E6D-BB1E-119B15B9A6F3}"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20" name="Straight Connector 6"/>
          <p:cNvCxnSpPr/>
          <p:nvPr/>
        </p:nvCxnSpPr>
        <p:spPr>
          <a:xfrm>
            <a:off x="9601200" y="516240"/>
            <a:ext cx="914760" cy="360"/>
          </a:xfrm>
          <a:prstGeom prst="straightConnector1">
            <a:avLst/>
          </a:prstGeom>
          <a:ln w="19050">
            <a:solidFill>
              <a:srgbClr val="1cade4"/>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1" name="Straight Connector 6"/>
          <p:cNvCxnSpPr/>
          <p:nvPr/>
        </p:nvCxnSpPr>
        <p:spPr>
          <a:xfrm flipV="1">
            <a:off x="761760" y="826200"/>
            <a:ext cx="360" cy="914760"/>
          </a:xfrm>
          <a:prstGeom prst="straightConnector1">
            <a:avLst/>
          </a:prstGeom>
          <a:ln w="19050">
            <a:solidFill>
              <a:srgbClr val="1cade4"/>
            </a:solidFill>
            <a:round/>
          </a:ln>
        </p:spPr>
      </p:cxnSp>
      <p:sp>
        <p:nvSpPr>
          <p:cNvPr id="22"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23" name="PlaceHolder 2"/>
          <p:cNvSpPr>
            <a:spLocks noGrp="1"/>
          </p:cNvSpPr>
          <p:nvPr>
            <p:ph type="body"/>
          </p:nvPr>
        </p:nvSpPr>
        <p:spPr>
          <a:xfrm>
            <a:off x="1024200" y="2286000"/>
            <a:ext cx="971964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24" name="PlaceHolder 3"/>
          <p:cNvSpPr>
            <a:spLocks noGrp="1"/>
          </p:cNvSpPr>
          <p:nvPr>
            <p:ph type="dt" idx="10"/>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25" name="PlaceHolder 4"/>
          <p:cNvSpPr>
            <a:spLocks noGrp="1"/>
          </p:cNvSpPr>
          <p:nvPr>
            <p:ph type="ftr" idx="11"/>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6" name="PlaceHolder 5"/>
          <p:cNvSpPr>
            <a:spLocks noGrp="1"/>
          </p:cNvSpPr>
          <p:nvPr>
            <p:ph type="sldNum" idx="12"/>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DADC2398-B1C8-4796-BB35-2B2AC670B0A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7" name="Straight Connector 6"/>
          <p:cNvCxnSpPr/>
          <p:nvPr/>
        </p:nvCxnSpPr>
        <p:spPr>
          <a:xfrm flipV="1">
            <a:off x="761760" y="826200"/>
            <a:ext cx="360" cy="914760"/>
          </a:xfrm>
          <a:prstGeom prst="straightConnector1">
            <a:avLst/>
          </a:prstGeom>
          <a:ln w="19050">
            <a:solidFill>
              <a:srgbClr val="1cade4"/>
            </a:solidFill>
            <a:round/>
          </a:ln>
        </p:spPr>
      </p:cxnSp>
      <p:sp>
        <p:nvSpPr>
          <p:cNvPr id="28" name="Rectangle 8"/>
          <p:cNvSpPr/>
          <p:nvPr/>
        </p:nvSpPr>
        <p:spPr>
          <a:xfrm>
            <a:off x="0" y="0"/>
            <a:ext cx="12191760" cy="457164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9" name="Oval 5"/>
          <p:cNvSpPr/>
          <p:nvPr/>
        </p:nvSpPr>
        <p:spPr>
          <a:xfrm>
            <a:off x="0" y="0"/>
            <a:ext cx="12191760" cy="4571640"/>
          </a:xfrm>
          <a:custGeom>
            <a:avLst/>
            <a:gdLst>
              <a:gd name="textAreaLeft" fmla="*/ 0 w 12191760"/>
              <a:gd name="textAreaRight" fmla="*/ 12192120 w 12191760"/>
              <a:gd name="textAreaTop" fmla="*/ 0 h 4571640"/>
              <a:gd name="textAreaBottom" fmla="*/ 4572000 h 457164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0"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31" name="PlaceHolder 2"/>
          <p:cNvSpPr>
            <a:spLocks noGrp="1"/>
          </p:cNvSpPr>
          <p:nvPr>
            <p:ph type="body"/>
          </p:nvPr>
        </p:nvSpPr>
        <p:spPr>
          <a:xfrm>
            <a:off x="8610480" y="4960080"/>
            <a:ext cx="3200040" cy="146268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US" sz="1800" strike="noStrike" u="none">
              <a:solidFill>
                <a:schemeClr val="dk1"/>
              </a:solidFill>
              <a:effectLst/>
              <a:uFillTx/>
              <a:latin typeface="Tw Cen MT"/>
            </a:endParaRPr>
          </a:p>
        </p:txBody>
      </p:sp>
      <p:sp>
        <p:nvSpPr>
          <p:cNvPr id="32" name="PlaceHolder 3"/>
          <p:cNvSpPr>
            <a:spLocks noGrp="1"/>
          </p:cNvSpPr>
          <p:nvPr>
            <p:ph type="dt" idx="13"/>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33" name="PlaceHolder 4"/>
          <p:cNvSpPr>
            <a:spLocks noGrp="1"/>
          </p:cNvSpPr>
          <p:nvPr>
            <p:ph type="ftr" idx="14"/>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4" name="PlaceHolder 5"/>
          <p:cNvSpPr>
            <a:spLocks noGrp="1"/>
          </p:cNvSpPr>
          <p:nvPr>
            <p:ph type="sldNum" idx="15"/>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A0EA9B22-7369-4335-A8F0-AFAD15845C0B}"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35" name="Straight Connector 7"/>
          <p:cNvCxnSpPr/>
          <p:nvPr/>
        </p:nvCxnSpPr>
        <p:spPr>
          <a:xfrm flipV="1">
            <a:off x="8386560" y="5263920"/>
            <a:ext cx="360" cy="914760"/>
          </a:xfrm>
          <a:prstGeom prst="straightConnector1">
            <a:avLst/>
          </a:prstGeom>
          <a:ln w="19050">
            <a:solidFill>
              <a:srgbClr val="1cade4">
                <a:lumMod val="75000"/>
              </a:srgbClr>
            </a:solidFill>
            <a:round/>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6" name="Straight Connector 6"/>
          <p:cNvCxnSpPr/>
          <p:nvPr/>
        </p:nvCxnSpPr>
        <p:spPr>
          <a:xfrm flipV="1">
            <a:off x="761760" y="826200"/>
            <a:ext cx="360" cy="914760"/>
          </a:xfrm>
          <a:prstGeom prst="straightConnector1">
            <a:avLst/>
          </a:prstGeom>
          <a:ln w="19050">
            <a:solidFill>
              <a:srgbClr val="1cade4"/>
            </a:solidFill>
            <a:round/>
          </a:ln>
        </p:spPr>
      </p:cxnSp>
      <p:sp>
        <p:nvSpPr>
          <p:cNvPr id="37"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38" name="PlaceHolder 2"/>
          <p:cNvSpPr>
            <a:spLocks noGrp="1"/>
          </p:cNvSpPr>
          <p:nvPr>
            <p:ph type="body"/>
          </p:nvPr>
        </p:nvSpPr>
        <p:spPr>
          <a:xfrm>
            <a:off x="1024200" y="2286000"/>
            <a:ext cx="475452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39" name="PlaceHolder 3"/>
          <p:cNvSpPr>
            <a:spLocks noGrp="1"/>
          </p:cNvSpPr>
          <p:nvPr>
            <p:ph type="body"/>
          </p:nvPr>
        </p:nvSpPr>
        <p:spPr>
          <a:xfrm>
            <a:off x="5989320" y="2286000"/>
            <a:ext cx="475452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0" name="PlaceHolder 4"/>
          <p:cNvSpPr>
            <a:spLocks noGrp="1"/>
          </p:cNvSpPr>
          <p:nvPr>
            <p:ph type="dt" idx="16"/>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41" name="PlaceHolder 5"/>
          <p:cNvSpPr>
            <a:spLocks noGrp="1"/>
          </p:cNvSpPr>
          <p:nvPr>
            <p:ph type="ftr" idx="17"/>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2" name="PlaceHolder 6"/>
          <p:cNvSpPr>
            <a:spLocks noGrp="1"/>
          </p:cNvSpPr>
          <p:nvPr>
            <p:ph type="sldNum" idx="18"/>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0D4B6659-CEAB-4086-A7B6-41D9CB1FBB6D}"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3" name="Straight Connector 6"/>
          <p:cNvCxnSpPr/>
          <p:nvPr/>
        </p:nvCxnSpPr>
        <p:spPr>
          <a:xfrm flipV="1">
            <a:off x="761760" y="826200"/>
            <a:ext cx="360" cy="914760"/>
          </a:xfrm>
          <a:prstGeom prst="straightConnector1">
            <a:avLst/>
          </a:prstGeom>
          <a:ln w="19050">
            <a:solidFill>
              <a:srgbClr val="1cade4"/>
            </a:solidFill>
            <a:round/>
          </a:ln>
        </p:spPr>
      </p:cxnSp>
      <p:sp>
        <p:nvSpPr>
          <p:cNvPr id="44"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45" name="PlaceHolder 2"/>
          <p:cNvSpPr>
            <a:spLocks noGrp="1"/>
          </p:cNvSpPr>
          <p:nvPr>
            <p:ph type="body"/>
          </p:nvPr>
        </p:nvSpPr>
        <p:spPr>
          <a:xfrm>
            <a:off x="1024200" y="2179800"/>
            <a:ext cx="4754520" cy="822600"/>
          </a:xfrm>
          <a:prstGeom prst="rect">
            <a:avLst/>
          </a:prstGeom>
          <a:noFill/>
          <a:ln w="0">
            <a:noFill/>
          </a:ln>
        </p:spPr>
        <p:txBody>
          <a:bodyPr lIns="137160" rIns="137160" tIns="45720" bIns="45720" anchor="ctr">
            <a:normAutofit/>
          </a:bodyPr>
          <a:p>
            <a:pPr indent="0" defTabSz="914400">
              <a:lnSpc>
                <a:spcPct val="90000"/>
              </a:lnSpc>
              <a:buNone/>
              <a:tabLst>
                <a:tab algn="l" pos="0"/>
              </a:tabLst>
            </a:pPr>
            <a:r>
              <a:rPr b="0" lang="en-US" sz="2300" strike="noStrike" u="none">
                <a:solidFill>
                  <a:schemeClr val="accent1"/>
                </a:solidFill>
                <a:effectLst/>
                <a:uFillTx/>
                <a:latin typeface="Tw Cen MT"/>
              </a:rPr>
              <a:t>Click to edit Master text styles</a:t>
            </a:r>
            <a:endParaRPr b="0" lang="en-US" sz="2300" strike="noStrike" u="none">
              <a:solidFill>
                <a:schemeClr val="dk1"/>
              </a:solidFill>
              <a:effectLst/>
              <a:uFillTx/>
              <a:latin typeface="Tw Cen MT"/>
            </a:endParaRPr>
          </a:p>
        </p:txBody>
      </p:sp>
      <p:sp>
        <p:nvSpPr>
          <p:cNvPr id="46" name="PlaceHolder 3"/>
          <p:cNvSpPr>
            <a:spLocks noGrp="1"/>
          </p:cNvSpPr>
          <p:nvPr>
            <p:ph type="body"/>
          </p:nvPr>
        </p:nvSpPr>
        <p:spPr>
          <a:xfrm>
            <a:off x="1024200" y="2967840"/>
            <a:ext cx="4754520" cy="33411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7" name="PlaceHolder 4"/>
          <p:cNvSpPr>
            <a:spLocks noGrp="1"/>
          </p:cNvSpPr>
          <p:nvPr>
            <p:ph type="body"/>
          </p:nvPr>
        </p:nvSpPr>
        <p:spPr>
          <a:xfrm>
            <a:off x="5990760" y="2179800"/>
            <a:ext cx="4754520" cy="822600"/>
          </a:xfrm>
          <a:prstGeom prst="rect">
            <a:avLst/>
          </a:prstGeom>
          <a:noFill/>
          <a:ln w="0">
            <a:noFill/>
          </a:ln>
        </p:spPr>
        <p:txBody>
          <a:bodyPr lIns="137160" rIns="137160" tIns="45720" bIns="45720" anchor="ctr">
            <a:normAutofit/>
          </a:bodyPr>
          <a:p>
            <a:pPr indent="0" defTabSz="914400">
              <a:lnSpc>
                <a:spcPct val="90000"/>
              </a:lnSpc>
              <a:spcBef>
                <a:spcPts val="1800"/>
              </a:spcBef>
              <a:buNone/>
              <a:tabLst>
                <a:tab algn="l" pos="0"/>
              </a:tabLst>
            </a:pPr>
            <a:r>
              <a:rPr b="0" lang="en-US" sz="2300" strike="noStrike" u="none">
                <a:solidFill>
                  <a:schemeClr val="accent1"/>
                </a:solidFill>
                <a:effectLst/>
                <a:uFillTx/>
                <a:latin typeface="Tw Cen MT"/>
              </a:rPr>
              <a:t>Click to edit Master text styles</a:t>
            </a:r>
            <a:endParaRPr b="0" lang="en-US" sz="2300" strike="noStrike" u="none">
              <a:solidFill>
                <a:schemeClr val="dk1"/>
              </a:solidFill>
              <a:effectLst/>
              <a:uFillTx/>
              <a:latin typeface="Tw Cen MT"/>
            </a:endParaRPr>
          </a:p>
        </p:txBody>
      </p:sp>
      <p:sp>
        <p:nvSpPr>
          <p:cNvPr id="48" name="PlaceHolder 5"/>
          <p:cNvSpPr>
            <a:spLocks noGrp="1"/>
          </p:cNvSpPr>
          <p:nvPr>
            <p:ph type="body"/>
          </p:nvPr>
        </p:nvSpPr>
        <p:spPr>
          <a:xfrm>
            <a:off x="5990760" y="2967840"/>
            <a:ext cx="4754520" cy="33411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9" name="PlaceHolder 6"/>
          <p:cNvSpPr>
            <a:spLocks noGrp="1"/>
          </p:cNvSpPr>
          <p:nvPr>
            <p:ph type="dt" idx="19"/>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0" name="PlaceHolder 7"/>
          <p:cNvSpPr>
            <a:spLocks noGrp="1"/>
          </p:cNvSpPr>
          <p:nvPr>
            <p:ph type="ftr" idx="20"/>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1" name="PlaceHolder 8"/>
          <p:cNvSpPr>
            <a:spLocks noGrp="1"/>
          </p:cNvSpPr>
          <p:nvPr>
            <p:ph type="sldNum" idx="21"/>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7259A09D-EE09-4116-B0F7-2CAB470C6C89}"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2" name="Straight Connector 6"/>
          <p:cNvCxnSpPr/>
          <p:nvPr/>
        </p:nvCxnSpPr>
        <p:spPr>
          <a:xfrm flipV="1">
            <a:off x="761760" y="826200"/>
            <a:ext cx="360" cy="914760"/>
          </a:xfrm>
          <a:prstGeom prst="straightConnector1">
            <a:avLst/>
          </a:prstGeom>
          <a:ln w="19050">
            <a:solidFill>
              <a:srgbClr val="1cade4"/>
            </a:solidFill>
            <a:round/>
          </a:ln>
        </p:spPr>
      </p:cxnSp>
      <p:sp>
        <p:nvSpPr>
          <p:cNvPr id="53"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54" name="PlaceHolder 2"/>
          <p:cNvSpPr>
            <a:spLocks noGrp="1"/>
          </p:cNvSpPr>
          <p:nvPr>
            <p:ph type="dt" idx="22"/>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5" name="PlaceHolder 3"/>
          <p:cNvSpPr>
            <a:spLocks noGrp="1"/>
          </p:cNvSpPr>
          <p:nvPr>
            <p:ph type="ftr" idx="23"/>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6" name="PlaceHolder 4"/>
          <p:cNvSpPr>
            <a:spLocks noGrp="1"/>
          </p:cNvSpPr>
          <p:nvPr>
            <p:ph type="sldNum" idx="24"/>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C8189050-4CC1-4A48-A22B-9DAE00AAC0D5}"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7" name="Straight Connector 6"/>
          <p:cNvCxnSpPr/>
          <p:nvPr/>
        </p:nvCxnSpPr>
        <p:spPr>
          <a:xfrm flipV="1">
            <a:off x="761760" y="826200"/>
            <a:ext cx="360" cy="914760"/>
          </a:xfrm>
          <a:prstGeom prst="straightConnector1">
            <a:avLst/>
          </a:prstGeom>
          <a:ln w="19050">
            <a:solidFill>
              <a:srgbClr val="1cade4"/>
            </a:solidFill>
            <a:round/>
          </a:ln>
        </p:spPr>
      </p:cxnSp>
      <p:sp>
        <p:nvSpPr>
          <p:cNvPr id="58" name="PlaceHolder 1"/>
          <p:cNvSpPr>
            <a:spLocks noGrp="1"/>
          </p:cNvSpPr>
          <p:nvPr>
            <p:ph type="dt" idx="25"/>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9" name="PlaceHolder 2"/>
          <p:cNvSpPr>
            <a:spLocks noGrp="1"/>
          </p:cNvSpPr>
          <p:nvPr>
            <p:ph type="ftr" idx="26"/>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0" name="PlaceHolder 3"/>
          <p:cNvSpPr>
            <a:spLocks noGrp="1"/>
          </p:cNvSpPr>
          <p:nvPr>
            <p:ph type="sldNum" idx="27"/>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518BD6EA-92E8-4C95-84CD-6F4714F3F30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1" name="Straight Connector 6"/>
          <p:cNvCxnSpPr/>
          <p:nvPr/>
        </p:nvCxnSpPr>
        <p:spPr>
          <a:xfrm flipV="1">
            <a:off x="761760" y="826200"/>
            <a:ext cx="360" cy="914760"/>
          </a:xfrm>
          <a:prstGeom prst="straightConnector1">
            <a:avLst/>
          </a:prstGeom>
          <a:ln w="19050">
            <a:solidFill>
              <a:srgbClr val="1cade4"/>
            </a:solidFill>
            <a:round/>
          </a:ln>
        </p:spPr>
      </p:cxnSp>
      <p:sp>
        <p:nvSpPr>
          <p:cNvPr id="62" name="PlaceHolder 1"/>
          <p:cNvSpPr>
            <a:spLocks noGrp="1"/>
          </p:cNvSpPr>
          <p:nvPr>
            <p:ph type="title"/>
          </p:nvPr>
        </p:nvSpPr>
        <p:spPr>
          <a:xfrm>
            <a:off x="1024200" y="471600"/>
            <a:ext cx="4388760" cy="1737000"/>
          </a:xfrm>
          <a:prstGeom prst="rect">
            <a:avLst/>
          </a:prstGeom>
          <a:noFill/>
          <a:ln w="0">
            <a:noFill/>
          </a:ln>
        </p:spPr>
        <p:txBody>
          <a:bodyPr lIns="91440" rIns="91440" tIns="45720" bIns="45720" anchor="ctr">
            <a:noAutofit/>
          </a:bodyPr>
          <a:p>
            <a:pPr indent="0" defTabSz="914400">
              <a:lnSpc>
                <a:spcPct val="80000"/>
              </a:lnSpc>
              <a:buNone/>
            </a:pPr>
            <a:r>
              <a:rPr b="0" lang="en-US" sz="4000" spc="99" strike="noStrike" u="none" cap="all">
                <a:solidFill>
                  <a:schemeClr val="dk1">
                    <a:lumMod val="95000"/>
                    <a:lumOff val="5000"/>
                  </a:schemeClr>
                </a:solidFill>
                <a:effectLst/>
                <a:uFillTx/>
                <a:latin typeface="Tw Cen MT Condensed"/>
              </a:rPr>
              <a:t>Click to edit Master title style</a:t>
            </a:r>
            <a:endParaRPr b="0" lang="en-US" sz="4000" strike="noStrike" u="none">
              <a:solidFill>
                <a:schemeClr val="dk1"/>
              </a:solidFill>
              <a:effectLst/>
              <a:uFillTx/>
              <a:latin typeface="Tw Cen MT"/>
            </a:endParaRPr>
          </a:p>
        </p:txBody>
      </p:sp>
      <p:sp>
        <p:nvSpPr>
          <p:cNvPr id="63" name="PlaceHolder 2"/>
          <p:cNvSpPr>
            <a:spLocks noGrp="1"/>
          </p:cNvSpPr>
          <p:nvPr>
            <p:ph type="body"/>
          </p:nvPr>
        </p:nvSpPr>
        <p:spPr>
          <a:xfrm>
            <a:off x="5715000" y="822960"/>
            <a:ext cx="5677920" cy="51843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400" strike="noStrike" u="none">
                <a:solidFill>
                  <a:schemeClr val="dk1"/>
                </a:solidFill>
                <a:effectLst/>
                <a:uFillTx/>
                <a:latin typeface="Tw Cen MT"/>
              </a:rPr>
              <a:t>Click to edit Master text styles</a:t>
            </a:r>
            <a:endParaRPr b="0" lang="en-US" sz="24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2000" strike="noStrike" u="none">
                <a:solidFill>
                  <a:schemeClr val="dk1"/>
                </a:solidFill>
                <a:effectLst/>
                <a:uFillTx/>
                <a:latin typeface="Tw Cen MT"/>
              </a:rPr>
              <a:t>Second level</a:t>
            </a:r>
            <a:endParaRPr b="0" lang="en-US" sz="20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Third level</a:t>
            </a:r>
            <a:endParaRPr b="0" lang="en-US" sz="16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Fourth level</a:t>
            </a:r>
            <a:endParaRPr b="0" lang="en-US" sz="16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Fifth level</a:t>
            </a:r>
            <a:endParaRPr b="0" lang="en-US" sz="1600" strike="noStrike" u="none">
              <a:solidFill>
                <a:schemeClr val="dk1"/>
              </a:solidFill>
              <a:effectLst/>
              <a:uFillTx/>
              <a:latin typeface="Tw Cen MT"/>
            </a:endParaRPr>
          </a:p>
        </p:txBody>
      </p:sp>
      <p:sp>
        <p:nvSpPr>
          <p:cNvPr id="64" name="PlaceHolder 3"/>
          <p:cNvSpPr>
            <a:spLocks noGrp="1"/>
          </p:cNvSpPr>
          <p:nvPr>
            <p:ph type="body"/>
          </p:nvPr>
        </p:nvSpPr>
        <p:spPr>
          <a:xfrm>
            <a:off x="1024200" y="2257560"/>
            <a:ext cx="4388760" cy="3762000"/>
          </a:xfrm>
          <a:prstGeom prst="rect">
            <a:avLst/>
          </a:prstGeom>
          <a:noFill/>
          <a:ln w="0">
            <a:noFill/>
          </a:ln>
        </p:spPr>
        <p:txBody>
          <a:bodyPr lIns="91440" rIns="91440" tIns="45720" bIns="45720" anchor="t">
            <a:normAutofit/>
          </a:bodyPr>
          <a:p>
            <a:pPr indent="0" defTabSz="914400">
              <a:lnSpc>
                <a:spcPct val="108000"/>
              </a:lnSpc>
              <a:spcBef>
                <a:spcPts val="601"/>
              </a:spcBef>
              <a:spcAft>
                <a:spcPts val="201"/>
              </a:spcAft>
              <a:buNone/>
              <a:tabLst>
                <a:tab algn="l" pos="0"/>
              </a:tabLst>
            </a:pPr>
            <a:r>
              <a:rPr b="0" lang="en-US" sz="1600" strike="noStrike" u="none">
                <a:solidFill>
                  <a:schemeClr val="dk1"/>
                </a:solidFill>
                <a:effectLst/>
                <a:uFillTx/>
                <a:latin typeface="Tw Cen MT"/>
              </a:rPr>
              <a:t>Click to edit Master text styles</a:t>
            </a:r>
            <a:endParaRPr b="0" lang="en-US" sz="1600" strike="noStrike" u="none">
              <a:solidFill>
                <a:schemeClr val="dk1"/>
              </a:solidFill>
              <a:effectLst/>
              <a:uFillTx/>
              <a:latin typeface="Tw Cen MT"/>
            </a:endParaRPr>
          </a:p>
        </p:txBody>
      </p:sp>
      <p:sp>
        <p:nvSpPr>
          <p:cNvPr id="65" name="PlaceHolder 4"/>
          <p:cNvSpPr>
            <a:spLocks noGrp="1"/>
          </p:cNvSpPr>
          <p:nvPr>
            <p:ph type="dt" idx="28"/>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66" name="PlaceHolder 5"/>
          <p:cNvSpPr>
            <a:spLocks noGrp="1"/>
          </p:cNvSpPr>
          <p:nvPr>
            <p:ph type="ftr" idx="29"/>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7" name="PlaceHolder 6"/>
          <p:cNvSpPr>
            <a:spLocks noGrp="1"/>
          </p:cNvSpPr>
          <p:nvPr>
            <p:ph type="sldNum" idx="30"/>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0AB6E98A-2C17-44EC-BAD0-19850F1A3A81}"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8" name="Straight Connector 6"/>
          <p:cNvCxnSpPr/>
          <p:nvPr/>
        </p:nvCxnSpPr>
        <p:spPr>
          <a:xfrm flipV="1">
            <a:off x="761760" y="826200"/>
            <a:ext cx="360" cy="914760"/>
          </a:xfrm>
          <a:prstGeom prst="straightConnector1">
            <a:avLst/>
          </a:prstGeom>
          <a:ln w="19050">
            <a:solidFill>
              <a:srgbClr val="1cade4"/>
            </a:solidFill>
            <a:round/>
          </a:ln>
        </p:spPr>
      </p:cxnSp>
      <p:sp>
        <p:nvSpPr>
          <p:cNvPr id="69"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70" name="PlaceHolder 2"/>
          <p:cNvSpPr>
            <a:spLocks noGrp="1"/>
          </p:cNvSpPr>
          <p:nvPr>
            <p:ph type="body"/>
          </p:nvPr>
        </p:nvSpPr>
        <p:spPr>
          <a:xfrm>
            <a:off x="0" y="0"/>
            <a:ext cx="12188520" cy="4571640"/>
          </a:xfrm>
          <a:prstGeom prst="rect">
            <a:avLst/>
          </a:prstGeom>
          <a:solidFill>
            <a:schemeClr val="accent1">
              <a:lumMod val="60000"/>
              <a:lumOff val="40000"/>
            </a:schemeClr>
          </a:solidFill>
          <a:ln w="0">
            <a:noFill/>
          </a:ln>
        </p:spPr>
        <p:txBody>
          <a:bodyPr lIns="457200" rIns="45720" tIns="365760" bIns="45720" anchor="t">
            <a:noAutofit/>
          </a:bodyPr>
          <a:p>
            <a:pPr indent="0" defTabSz="457200">
              <a:lnSpc>
                <a:spcPct val="100000"/>
              </a:lnSpc>
              <a:buNone/>
              <a:tabLst>
                <a:tab algn="l" pos="0"/>
              </a:tabLst>
            </a:pPr>
            <a:r>
              <a:rPr b="0" lang="en-US" sz="3200" strike="noStrike" u="none">
                <a:solidFill>
                  <a:schemeClr val="dk1"/>
                </a:solidFill>
                <a:effectLst/>
                <a:uFillTx/>
                <a:latin typeface="Tw Cen MT"/>
              </a:rPr>
              <a:t>Click icon to add picture</a:t>
            </a:r>
            <a:endParaRPr b="0" lang="en-US" sz="3200" strike="noStrike" u="none">
              <a:solidFill>
                <a:schemeClr val="dk1"/>
              </a:solidFill>
              <a:effectLst/>
              <a:uFillTx/>
              <a:latin typeface="Tw Cen MT"/>
            </a:endParaRPr>
          </a:p>
        </p:txBody>
      </p:sp>
      <p:sp>
        <p:nvSpPr>
          <p:cNvPr id="71" name="PlaceHolder 3"/>
          <p:cNvSpPr>
            <a:spLocks noGrp="1"/>
          </p:cNvSpPr>
          <p:nvPr>
            <p:ph type="body"/>
          </p:nvPr>
        </p:nvSpPr>
        <p:spPr>
          <a:xfrm>
            <a:off x="8610480" y="4960080"/>
            <a:ext cx="3200040" cy="146268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US" sz="1800" strike="noStrike" u="none">
              <a:solidFill>
                <a:schemeClr val="dk1"/>
              </a:solidFill>
              <a:effectLst/>
              <a:uFillTx/>
              <a:latin typeface="Tw Cen MT"/>
            </a:endParaRPr>
          </a:p>
        </p:txBody>
      </p:sp>
      <p:sp>
        <p:nvSpPr>
          <p:cNvPr id="72" name="PlaceHolder 4"/>
          <p:cNvSpPr>
            <a:spLocks noGrp="1"/>
          </p:cNvSpPr>
          <p:nvPr>
            <p:ph type="dt" idx="31"/>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73" name="PlaceHolder 5"/>
          <p:cNvSpPr>
            <a:spLocks noGrp="1"/>
          </p:cNvSpPr>
          <p:nvPr>
            <p:ph type="ftr" idx="32"/>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4" name="PlaceHolder 6"/>
          <p:cNvSpPr>
            <a:spLocks noGrp="1"/>
          </p:cNvSpPr>
          <p:nvPr>
            <p:ph type="sldNum" idx="33"/>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99FF05C4-BB71-453F-A110-451608612D79}"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75" name="Straight Connector 7"/>
          <p:cNvCxnSpPr/>
          <p:nvPr/>
        </p:nvCxnSpPr>
        <p:spPr>
          <a:xfrm flipV="1">
            <a:off x="8386560" y="5263920"/>
            <a:ext cx="360" cy="914760"/>
          </a:xfrm>
          <a:prstGeom prst="straightConnector1">
            <a:avLst/>
          </a:prstGeom>
          <a:ln w="19050">
            <a:solidFill>
              <a:srgbClr val="1cade4"/>
            </a:solidFill>
            <a:round/>
          </a:ln>
        </p:spPr>
      </p:cxn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27">
            <a:extLst>
              <a:ext uri="{C183D7F6-B498-43B3-948B-1728B52AA6E4}">
                <adec:decorative xmlns:adec="http://schemas.microsoft.com/office/drawing/2017/decorative" val="1"/>
              </a:ext>
            </a:extLst>
          </p:cNvPr>
          <p:cNvSpPr/>
          <p:nvPr/>
        </p:nvSpPr>
        <p:spPr>
          <a:xfrm>
            <a:off x="-10080" y="0"/>
            <a:ext cx="406944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77" name="PlaceHolder 1"/>
          <p:cNvSpPr>
            <a:spLocks noGrp="1"/>
          </p:cNvSpPr>
          <p:nvPr>
            <p:ph type="title"/>
          </p:nvPr>
        </p:nvSpPr>
        <p:spPr>
          <a:xfrm>
            <a:off x="309960" y="640080"/>
            <a:ext cx="3429360" cy="561276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C Programming Project Presentation</a:t>
            </a:r>
            <a:endParaRPr b="0" lang="en-US" sz="5000" strike="noStrike" u="none">
              <a:solidFill>
                <a:schemeClr val="dk1"/>
              </a:solidFill>
              <a:effectLst/>
              <a:uFillTx/>
              <a:latin typeface="Tw Cen MT"/>
            </a:endParaRPr>
          </a:p>
        </p:txBody>
      </p:sp>
      <p:sp>
        <p:nvSpPr>
          <p:cNvPr id="78" name="PlaceHolder 2"/>
          <p:cNvSpPr>
            <a:spLocks noGrp="1"/>
          </p:cNvSpPr>
          <p:nvPr>
            <p:ph/>
          </p:nvPr>
        </p:nvSpPr>
        <p:spPr>
          <a:xfrm>
            <a:off x="4528080" y="2160000"/>
            <a:ext cx="7531920" cy="42847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Project Title: [MINI LIBRARY CATALOG]</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Course: C Programming Lab / Mini Project</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Student Name &amp; Roll No: Sandhiya p [25bcs250] </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Department: Computer Science / BSC.CS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Mentor / Guide: [CHRISTOPHER]</a:t>
            </a:r>
            <a:endParaRPr b="0" lang="en-US" sz="1800" strike="noStrike" u="none">
              <a:solidFill>
                <a:schemeClr val="dk1"/>
              </a:solidFill>
              <a:effectLst/>
              <a:uFillTx/>
              <a:latin typeface="Tw Cen MT"/>
            </a:endParaRPr>
          </a:p>
        </p:txBody>
      </p:sp>
      <p:pic>
        <p:nvPicPr>
          <p:cNvPr id="79" name="Picture 5" descr="A blue and red logo&#10;&#10;AI-generated content may be incorrect."/>
          <p:cNvPicPr/>
          <p:nvPr/>
        </p:nvPicPr>
        <p:blipFill>
          <a:blip r:embed="rId1"/>
          <a:stretch/>
        </p:blipFill>
        <p:spPr>
          <a:xfrm>
            <a:off x="4699800" y="233280"/>
            <a:ext cx="6743520" cy="16855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1"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2"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Introduction</a:t>
            </a:r>
            <a:endParaRPr b="0" lang="en-US" sz="5000" strike="noStrike" u="none">
              <a:solidFill>
                <a:schemeClr val="dk1"/>
              </a:solidFill>
              <a:effectLst/>
              <a:uFillTx/>
              <a:latin typeface="Tw Cen MT"/>
            </a:endParaRPr>
          </a:p>
        </p:txBody>
      </p:sp>
      <p:sp>
        <p:nvSpPr>
          <p:cNvPr id="83"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84"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85" name="PlaceHolder 2"/>
          <p:cNvSpPr>
            <a:spLocks noGrp="1"/>
          </p:cNvSpPr>
          <p:nvPr>
            <p:ph/>
          </p:nvPr>
        </p:nvSpPr>
        <p:spPr>
          <a:xfrm rot="19200">
            <a:off x="3237120" y="228780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A library needs a proper system to maintain the details of books. In many small libraries, book records are maintained manually, which can lead to errors and difficulty in managing the data.</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The Mini Library Catalog is a simple program developed using the C programming language. This system helps to manage book information in an easy way. The program allows the user to add books, issue books, return books, and display the list of books.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The system stores important details such as Book ID, Title, Author, and Status. This project helps in understanding basic concepts of C programming such as structures, arrays, loops, and functions.</a:t>
            </a:r>
            <a:endParaRPr b="0" lang="en-US" sz="1800" strike="noStrike" u="none">
              <a:solidFill>
                <a:schemeClr val="dk1"/>
              </a:solidFill>
              <a:effectLst/>
              <a:uFillTx/>
              <a:latin typeface="Tw Cen MT"/>
            </a:endParaRPr>
          </a:p>
        </p:txBody>
      </p:sp>
      <p:pic>
        <p:nvPicPr>
          <p:cNvPr id="86" name="Picture 6"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87"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9"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0"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Objective</a:t>
            </a:r>
            <a:endParaRPr b="0" lang="en-US" sz="5000" strike="noStrike" u="none">
              <a:solidFill>
                <a:schemeClr val="dk1"/>
              </a:solidFill>
              <a:effectLst/>
              <a:uFillTx/>
              <a:latin typeface="Tw Cen MT"/>
            </a:endParaRPr>
          </a:p>
        </p:txBody>
      </p:sp>
      <p:sp>
        <p:nvSpPr>
          <p:cNvPr id="91"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92"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93"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The main objectives of this project are: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To develop a simple library management system using C.</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To maintain book records efficiently.</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To practice programming concepts like structures, arrays, and functions.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US" sz="1800" strike="noStrike" u="none">
                <a:solidFill>
                  <a:srgbClr val="ffffff"/>
                </a:solidFill>
                <a:effectLst/>
                <a:uFillTx/>
                <a:latin typeface="Tw Cen MT"/>
              </a:rPr>
              <a:t>To allow users to add, issue, return, and view books.</a:t>
            </a:r>
            <a:endParaRPr b="0" lang="en-US" sz="1800" strike="noStrike" u="none">
              <a:solidFill>
                <a:schemeClr val="dk1"/>
              </a:solidFill>
              <a:effectLst/>
              <a:uFillTx/>
              <a:latin typeface="Tw Cen MT"/>
            </a:endParaRPr>
          </a:p>
        </p:txBody>
      </p:sp>
      <p:pic>
        <p:nvPicPr>
          <p:cNvPr id="94"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95"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7" name="PlaceHolder 1"/>
          <p:cNvSpPr>
            <a:spLocks noGrp="1"/>
          </p:cNvSpPr>
          <p:nvPr>
            <p:ph type="title"/>
          </p:nvPr>
        </p:nvSpPr>
        <p:spPr>
          <a:xfrm>
            <a:off x="3469320" y="8406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98" name="Rectangle 11">
            <a:extLst>
              <a:ext uri="{C183D7F6-B498-43B3-948B-1728B52AA6E4}">
                <adec:decorative xmlns:adec="http://schemas.microsoft.com/office/drawing/2017/decorative" val="1"/>
              </a:ext>
            </a:extLst>
          </p:cNvPr>
          <p:cNvSpPr/>
          <p:nvPr/>
        </p:nvSpPr>
        <p:spPr>
          <a:xfrm>
            <a:off x="644040" y="59004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99"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00" name="PlaceHolder 2"/>
          <p:cNvSpPr>
            <a:spLocks noGrp="1"/>
          </p:cNvSpPr>
          <p:nvPr>
            <p:ph/>
          </p:nvPr>
        </p:nvSpPr>
        <p:spPr>
          <a:xfrm>
            <a:off x="3060000" y="144000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a:p>
            <a:pPr marL="91440" indent="0" defTabSz="914400">
              <a:lnSpc>
                <a:spcPct val="90000"/>
              </a:lnSpc>
              <a:spcBef>
                <a:spcPts val="1199"/>
              </a:spcBef>
              <a:spcAft>
                <a:spcPts val="201"/>
              </a:spcAft>
              <a:buNone/>
            </a:pPr>
            <a:endParaRPr b="0" lang="en-US" sz="1800" strike="noStrike" u="none">
              <a:solidFill>
                <a:schemeClr val="dk1"/>
              </a:solidFill>
              <a:effectLst/>
              <a:uFillTx/>
              <a:latin typeface="Tw Cen MT"/>
            </a:endParaRPr>
          </a:p>
        </p:txBody>
      </p:sp>
      <p:pic>
        <p:nvPicPr>
          <p:cNvPr id="101"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02"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103" name=""/>
          <p:cNvSpPr txBox="1"/>
          <p:nvPr/>
        </p:nvSpPr>
        <p:spPr>
          <a:xfrm>
            <a:off x="2858760" y="2571840"/>
            <a:ext cx="180720" cy="339120"/>
          </a:xfrm>
          <a:prstGeom prst="rect">
            <a:avLst/>
          </a:prstGeom>
          <a:noFill/>
          <a:ln w="0">
            <a:noFill/>
          </a:ln>
        </p:spPr>
        <p:txBody>
          <a:bodyPr lIns="90000" rIns="90000" tIns="45000" bIns="45000" anchor="t">
            <a:spAutoFit/>
          </a:bodyPr>
          <a:p>
            <a:endParaRPr b="0" lang="en-IN" sz="1800" strike="noStrike" u="none">
              <a:solidFill>
                <a:srgbClr val="000000"/>
              </a:solidFill>
              <a:effectLst/>
              <a:uFillTx/>
              <a:latin typeface="Arial"/>
            </a:endParaRPr>
          </a:p>
        </p:txBody>
      </p:sp>
      <p:sp>
        <p:nvSpPr>
          <p:cNvPr id="104" name="Rectangle 1">
            <a:extLst>
              <a:ext uri="{C183D7F6-B498-43B3-948B-1728B52AA6E4}">
                <adec:decorative xmlns:adec="http://schemas.microsoft.com/office/drawing/2017/decorative" val="1"/>
              </a:ext>
            </a:extLst>
          </p:cNvPr>
          <p:cNvSpPr/>
          <p:nvPr/>
        </p:nvSpPr>
        <p:spPr>
          <a:xfrm>
            <a:off x="3060000" y="540000"/>
            <a:ext cx="8660520" cy="5940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05" name="Title 2"/>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06" name="Rectangle 2">
            <a:extLst>
              <a:ext uri="{C183D7F6-B498-43B3-948B-1728B52AA6E4}">
                <adec:decorative xmlns:adec="http://schemas.microsoft.com/office/drawing/2017/decorative" val="1"/>
              </a:ext>
            </a:extLst>
          </p:cNvPr>
          <p:cNvSpPr/>
          <p:nvPr/>
        </p:nvSpPr>
        <p:spPr>
          <a:xfrm>
            <a:off x="2816280" y="565200"/>
            <a:ext cx="8660520" cy="5940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07" name="Title 3"/>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08" name="Title 4"/>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09" name="Title 5"/>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10" name="Title 6"/>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11" name="Title 7"/>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12" name="Title 8"/>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13" name="Title 9"/>
          <p:cNvSpPr txBox="1"/>
          <p:nvPr/>
        </p:nvSpPr>
        <p:spPr>
          <a:xfrm>
            <a:off x="3469320" y="788760"/>
            <a:ext cx="7922880" cy="1499400"/>
          </a:xfrm>
          <a:prstGeom prst="rect">
            <a:avLst/>
          </a:prstGeom>
          <a:noFill/>
          <a:ln w="0">
            <a:noFill/>
          </a:ln>
        </p:spPr>
        <p:txBody>
          <a:bodyPr anchor="ctr">
            <a:normAutofit/>
          </a:bodyPr>
          <a:p>
            <a:pPr defTabSz="914400">
              <a:lnSpc>
                <a:spcPct val="80000"/>
              </a:lnSpc>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114" name=""/>
          <p:cNvSpPr txBox="1"/>
          <p:nvPr/>
        </p:nvSpPr>
        <p:spPr>
          <a:xfrm>
            <a:off x="3469320" y="2288160"/>
            <a:ext cx="5943960" cy="3161880"/>
          </a:xfrm>
          <a:prstGeom prst="rect">
            <a:avLst/>
          </a:prstGeom>
          <a:noFill/>
          <a:ln w="0">
            <a:noFill/>
          </a:ln>
        </p:spPr>
        <p:txBody>
          <a:bodyPr lIns="90000" rIns="90000" tIns="45000" bIns="45000" anchor="t">
            <a:spAutoFit/>
          </a:bodyPr>
          <a:p>
            <a:r>
              <a:rPr b="0" i="1" lang="en-IN" sz="1800" strike="noStrike" u="none">
                <a:solidFill>
                  <a:srgbClr val="ffffff"/>
                </a:solidFill>
                <a:effectLst/>
                <a:uFillTx/>
                <a:latin typeface="Arial"/>
              </a:rPr>
              <a:t>Managing book records manually in a library can be time-consuming and may lead to mistakes. There should be a simple computerized system to manage book information.</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The aim of this project is to design and implement a Mini Library Catalog system using C that allows the user to:</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Add book details</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Issue books</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Return books</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Display the list of books</a:t>
            </a:r>
            <a:endParaRPr b="0" i="1" lang="en-IN" sz="1800" strike="noStrike" u="none">
              <a:solidFill>
                <a:srgbClr val="ffffff"/>
              </a:solidFill>
              <a:effectLst/>
              <a:uFillTx/>
              <a:latin typeface="Arial"/>
            </a:endParaRPr>
          </a:p>
          <a:p>
            <a:r>
              <a:rPr b="0" i="1" lang="en-IN" sz="1800" strike="noStrike" u="none">
                <a:solidFill>
                  <a:srgbClr val="ffffff"/>
                </a:solidFill>
                <a:effectLst/>
                <a:uFillTx/>
                <a:latin typeface="Arial"/>
              </a:rPr>
              <a:t>This system helps to manage the library records efficiently.</a:t>
            </a:r>
            <a:endParaRPr b="0" i="1"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6"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7"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System Requirements</a:t>
            </a:r>
            <a:endParaRPr b="0" lang="en-US" sz="5000" strike="noStrike" u="none">
              <a:solidFill>
                <a:schemeClr val="dk1"/>
              </a:solidFill>
              <a:effectLst/>
              <a:uFillTx/>
              <a:latin typeface="Tw Cen MT"/>
            </a:endParaRPr>
          </a:p>
        </p:txBody>
      </p:sp>
      <p:sp>
        <p:nvSpPr>
          <p:cNvPr id="118"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19"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20" name="PlaceHolder 2"/>
          <p:cNvSpPr>
            <a:spLocks noGrp="1"/>
          </p:cNvSpPr>
          <p:nvPr>
            <p:ph/>
          </p:nvPr>
        </p:nvSpPr>
        <p:spPr>
          <a:xfrm>
            <a:off x="34171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Hardware Requirements</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Computer or Laptop</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Minimum 2 GB RAM</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Keyboard and Monitor</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Software Requirements</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Operating System: Windows / Linux</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Programming Language: C</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i="1" lang="en-IN" sz="1500" strike="noStrike" u="none">
                <a:solidFill>
                  <a:srgbClr val="ffffff"/>
                </a:solidFill>
                <a:effectLst/>
                <a:uFillTx/>
                <a:latin typeface="Tw Cen MT"/>
              </a:rPr>
              <a:t>Compiler: Dev-C++ / GCC</a:t>
            </a:r>
            <a:endParaRPr b="0" lang="en-US" sz="1500" strike="noStrike" u="none">
              <a:solidFill>
                <a:schemeClr val="dk1"/>
              </a:solidFill>
              <a:effectLst/>
              <a:uFillTx/>
              <a:latin typeface="Tw Cen MT"/>
            </a:endParaRPr>
          </a:p>
        </p:txBody>
      </p:sp>
      <p:pic>
        <p:nvPicPr>
          <p:cNvPr id="121"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22"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4"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5"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System Design</a:t>
            </a:r>
            <a:endParaRPr b="0" lang="en-US" sz="5000" strike="noStrike" u="none">
              <a:solidFill>
                <a:schemeClr val="dk1"/>
              </a:solidFill>
              <a:effectLst/>
              <a:uFillTx/>
              <a:latin typeface="Tw Cen MT"/>
            </a:endParaRPr>
          </a:p>
        </p:txBody>
      </p:sp>
      <p:sp>
        <p:nvSpPr>
          <p:cNvPr id="126"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27"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28"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775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The system is designed as a menu-driven program. When the program starts, it displays a menu with different options. The user selects an option to perform an operation.</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Menu Options</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Add Book</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Issue Book</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Return Book</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List Books</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Exit</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Each book record contains the following fields:</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Book ID</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Book Title</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Author Name</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Book Status (Available or Issued)</a:t>
            </a:r>
            <a:endParaRPr b="0" lang="en-US" sz="1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200" strike="noStrike" u="none">
                <a:solidFill>
                  <a:srgbClr val="ffffff"/>
                </a:solidFill>
                <a:effectLst/>
                <a:uFillTx/>
                <a:latin typeface="Tw Cen MT"/>
              </a:rPr>
              <a:t>The program stores book information using structures and arrays.</a:t>
            </a:r>
            <a:endParaRPr b="0" lang="en-US" sz="1200" strike="noStrike" u="none">
              <a:solidFill>
                <a:schemeClr val="dk1"/>
              </a:solidFill>
              <a:effectLst/>
              <a:uFillTx/>
              <a:latin typeface="Tw Cen MT"/>
            </a:endParaRPr>
          </a:p>
        </p:txBody>
      </p:sp>
      <p:pic>
        <p:nvPicPr>
          <p:cNvPr id="129"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30"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2"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3"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Module Description</a:t>
            </a:r>
            <a:endParaRPr b="0" lang="en-US" sz="5000" strike="noStrike" u="none">
              <a:solidFill>
                <a:schemeClr val="dk1"/>
              </a:solidFill>
              <a:effectLst/>
              <a:uFillTx/>
              <a:latin typeface="Tw Cen MT"/>
            </a:endParaRPr>
          </a:p>
        </p:txBody>
      </p:sp>
      <p:sp>
        <p:nvSpPr>
          <p:cNvPr id="134"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35"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36"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625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The Mini Library Catalog consists of the following modules.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1. Add Book Module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This module allows the user to enter book details such as ID, title, and author name. The book is added to the catalog with status Available.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2. Issue Book Module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This module allows the user to issue a book by entering the book ID. The status of the book changes to Issued.</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3. Return Book Module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This module allows the user to return an issued book. The status changes from Issued to Available.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4. List Books Module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This module displays the details of all books stored in the system.</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5. Exit Module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This module terminates the program.</a:t>
            </a:r>
            <a:endParaRPr b="0" lang="en-US" sz="1800" strike="noStrike" u="none">
              <a:solidFill>
                <a:schemeClr val="dk1"/>
              </a:solidFill>
              <a:effectLst/>
              <a:uFillTx/>
              <a:latin typeface="Tw Cen MT"/>
            </a:endParaRPr>
          </a:p>
        </p:txBody>
      </p:sp>
      <p:pic>
        <p:nvPicPr>
          <p:cNvPr id="137"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38"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0"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1"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Algorithm / Flowchart</a:t>
            </a:r>
            <a:endParaRPr b="0" lang="en-US" sz="5000" strike="noStrike" u="none">
              <a:solidFill>
                <a:schemeClr val="dk1"/>
              </a:solidFill>
              <a:effectLst/>
              <a:uFillTx/>
              <a:latin typeface="Tw Cen MT"/>
            </a:endParaRPr>
          </a:p>
        </p:txBody>
      </p:sp>
      <p:sp>
        <p:nvSpPr>
          <p:cNvPr id="142"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43"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44"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70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Algorithm for Mini Library Catalog</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Start the program</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Display the menu options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Ask the user to enter a choice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If choice = 1, read book ID, title, and author and store them</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If choice = 2, enter book ID and change status to issued</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If choice = 3, enter book ID and change status to available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If choice = 4, display all book records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If choice = 5, exit the program</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Repeat the menu until the user selects exit</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Stop the program</a:t>
            </a:r>
            <a:endParaRPr b="0" lang="en-US" sz="1800" strike="noStrike" u="none">
              <a:solidFill>
                <a:schemeClr val="dk1"/>
              </a:solidFill>
              <a:effectLst/>
              <a:uFillTx/>
              <a:latin typeface="Tw Cen MT"/>
            </a:endParaRPr>
          </a:p>
        </p:txBody>
      </p:sp>
      <p:pic>
        <p:nvPicPr>
          <p:cNvPr id="145"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46"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8"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9"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Implementation</a:t>
            </a:r>
            <a:endParaRPr b="0" lang="en-US" sz="5000" strike="noStrike" u="none">
              <a:solidFill>
                <a:schemeClr val="dk1"/>
              </a:solidFill>
              <a:effectLst/>
              <a:uFillTx/>
              <a:latin typeface="Tw Cen MT"/>
            </a:endParaRPr>
          </a:p>
        </p:txBody>
      </p:sp>
      <p:sp>
        <p:nvSpPr>
          <p:cNvPr id="150"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51"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52"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53"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54"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155" name="Content Placeholder 1"/>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56" name="Content Placeholder 3"/>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57" name="Content Placeholder 4"/>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58" name="Content Placeholder 5"/>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59" name="Content Placeholder 6"/>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160" name="Content Placeholder 7"/>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61" name="Content Placeholder 8"/>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62" name="Content Placeholder 9"/>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63" name="Content Placeholder 10"/>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64" name="Content Placeholder 11"/>
          <p:cNvSpPr txBox="1"/>
          <p:nvPr/>
        </p:nvSpPr>
        <p:spPr>
          <a:xfrm>
            <a:off x="3469320" y="202572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65" name=""/>
          <p:cNvSpPr txBox="1"/>
          <p:nvPr/>
        </p:nvSpPr>
        <p:spPr>
          <a:xfrm>
            <a:off x="5220000" y="2025720"/>
            <a:ext cx="3223440" cy="3930120"/>
          </a:xfrm>
          <a:prstGeom prst="rect">
            <a:avLst/>
          </a:prstGeom>
          <a:noFill/>
          <a:ln w="0">
            <a:noFill/>
          </a:ln>
        </p:spPr>
        <p:txBody>
          <a:bodyPr lIns="90000" rIns="90000" tIns="45000" bIns="45000" anchor="t">
            <a:spAutoFit/>
          </a:bodyPr>
          <a:p>
            <a:r>
              <a:rPr b="0" lang="en-IN" sz="1800" strike="noStrike" u="none">
                <a:solidFill>
                  <a:srgbClr val="000000"/>
                </a:solidFill>
                <a:effectLst/>
                <a:highlight>
                  <a:srgbClr val="ffffff"/>
                </a:highlight>
                <a:uFillTx/>
                <a:latin typeface="Arial"/>
              </a:rPr>
              <a:t>#include &lt;stdio.h&gt;</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#include &lt;string.h&gt;</a:t>
            </a:r>
            <a:endParaRPr b="0" lang="en-IN" sz="1800" strike="noStrike" u="none">
              <a:solidFill>
                <a:srgbClr val="000000"/>
              </a:solidFill>
              <a:effectLst/>
              <a:highlight>
                <a:srgbClr val="ffffff"/>
              </a:highlight>
              <a:uFillTx/>
              <a:latin typeface="Arial"/>
            </a:endParaRPr>
          </a:p>
          <a:p>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#define MAX 100</a:t>
            </a:r>
            <a:endParaRPr b="0" lang="en-IN" sz="1800" strike="noStrike" u="none">
              <a:solidFill>
                <a:srgbClr val="000000"/>
              </a:solidFill>
              <a:effectLst/>
              <a:highlight>
                <a:srgbClr val="ffffff"/>
              </a:highlight>
              <a:uFillTx/>
              <a:latin typeface="Arial"/>
            </a:endParaRPr>
          </a:p>
          <a:p>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struct Book</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    int id;</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    char title[60];</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    char author[40];</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    int status;</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a:t>
            </a:r>
            <a:endParaRPr b="0" lang="en-IN" sz="1800" strike="noStrike" u="none">
              <a:solidFill>
                <a:srgbClr val="000000"/>
              </a:solidFill>
              <a:effectLst/>
              <a:highlight>
                <a:srgbClr val="ffffff"/>
              </a:highlight>
              <a:uFillTx/>
              <a:latin typeface="Arial"/>
            </a:endParaRPr>
          </a:p>
          <a:p>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struct Book books[MAX];</a:t>
            </a:r>
            <a:endParaRPr b="0" lang="en-IN" sz="1800" strike="noStrike" u="none">
              <a:solidFill>
                <a:srgbClr val="000000"/>
              </a:solidFill>
              <a:effectLst/>
              <a:highlight>
                <a:srgbClr val="ffffff"/>
              </a:highlight>
              <a:uFillTx/>
              <a:latin typeface="Arial"/>
            </a:endParaRPr>
          </a:p>
          <a:p>
            <a:r>
              <a:rPr b="0" lang="en-IN" sz="1800" strike="noStrike" u="none">
                <a:solidFill>
                  <a:srgbClr val="000000"/>
                </a:solidFill>
                <a:effectLst/>
                <a:highlight>
                  <a:srgbClr val="ffffff"/>
                </a:highlight>
                <a:uFillTx/>
                <a:latin typeface="Arial"/>
              </a:rPr>
              <a:t>int count = 0;</a:t>
            </a:r>
            <a:endParaRPr b="0" lang="en-IN" sz="1800" strike="noStrike" u="none">
              <a:solidFill>
                <a:srgbClr val="000000"/>
              </a:solidFill>
              <a:effectLst/>
              <a:highlight>
                <a:srgbClr val="ffffff"/>
              </a:highligh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Rectangle 3">
            <a:extLst>
              <a:ext uri="{C183D7F6-B498-43B3-948B-1728B52AA6E4}">
                <adec:decorative xmlns:adec="http://schemas.microsoft.com/office/drawing/2017/decorative" val="1"/>
              </a:ext>
            </a:extLst>
          </p:cNvPr>
          <p:cNvSpPr/>
          <p:nvPr/>
        </p:nvSpPr>
        <p:spPr>
          <a:xfrm>
            <a:off x="-180000" y="-18000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67" name="Rectangle 8">
            <a:extLst>
              <a:ext uri="{C183D7F6-B498-43B3-948B-1728B52AA6E4}">
                <adec:decorative xmlns:adec="http://schemas.microsoft.com/office/drawing/2017/decorative" val="1"/>
              </a:ext>
            </a:extLst>
          </p:cNvPr>
          <p:cNvSpPr/>
          <p:nvPr/>
        </p:nvSpPr>
        <p:spPr>
          <a:xfrm>
            <a:off x="2752200" y="41940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68" name="Rectangle 10">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cxnSp>
        <p:nvCxnSpPr>
          <p:cNvPr id="169" name="Straight Connector 2">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70" name="PlaceHolder 1"/>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71" name="Picture 2"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72" name="Title 1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173" name="Content Placeholder 24"/>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74" name="Content Placeholder 25"/>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75" name="Content Placeholder 26"/>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76" name="Content Placeholder 27"/>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77" name="Content Placeholder 28"/>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178" name="Content Placeholder 29"/>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79" name="Content Placeholder 30"/>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80" name="Content Placeholder 31"/>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81" name="Content Placeholder 32"/>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82" name="Content Placeholder 33"/>
          <p:cNvSpPr txBox="1"/>
          <p:nvPr/>
        </p:nvSpPr>
        <p:spPr>
          <a:xfrm>
            <a:off x="3777120" y="248904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83" name=""/>
          <p:cNvSpPr txBox="1"/>
          <p:nvPr/>
        </p:nvSpPr>
        <p:spPr>
          <a:xfrm>
            <a:off x="4320000" y="957960"/>
            <a:ext cx="4027680" cy="444204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void addBook()</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printf("Enter Book ID: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scanf("%d",&amp;books[count].id);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getchar();</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printf("Enter Book Title: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fgets(books[count].title,60,stdin);</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printf("Enter Author Name: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fgets(books[count].author,40,stdin);</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books[count].status = 0;</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count++;</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printf("Book added successfully\n");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Rectangle 12">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85" name="Rectangle 13">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186" name="Rectangle 14">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cxnSp>
        <p:nvCxnSpPr>
          <p:cNvPr id="187" name="Straight Connector 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88" name="PlaceHolder 1"/>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89" name="Picture 4"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90" name="Title 13"/>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191" name="Content Placeholder 13"/>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2" name="Content Placeholder 14"/>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3" name="Content Placeholder 15"/>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4" name="Content Placeholder 16"/>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5" name="Content Placeholder 17"/>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196" name="Content Placeholder 18"/>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7" name="Content Placeholder 19"/>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8" name="Content Placeholder 20"/>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199" name="Content Placeholder 21"/>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00" name="Content Placeholder 22"/>
          <p:cNvSpPr txBox="1"/>
          <p:nvPr/>
        </p:nvSpPr>
        <p:spPr>
          <a:xfrm>
            <a:off x="3469320" y="202572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01" name=""/>
          <p:cNvSpPr txBox="1"/>
          <p:nvPr/>
        </p:nvSpPr>
        <p:spPr>
          <a:xfrm>
            <a:off x="4079160" y="900000"/>
            <a:ext cx="4560840" cy="469800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void issueBook()</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int 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printf("Enter Book ID to issue: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scanf("%d",&amp;id);</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for(int i=0;i&lt;count;i++)</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if(books[i].id==id)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books[i].status=1;</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printf("Book issued successfully\n");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return;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printf("Book not found\n");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15">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03" name="Rectangle 16">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04" name="Rectangle 17">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cxnSp>
        <p:nvCxnSpPr>
          <p:cNvPr id="205" name="Straight Connector 4">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06" name="PlaceHolder 1"/>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207" name="Picture 7"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08" name="Title 15"/>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209" name="Content Placeholder 35"/>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0" name="Content Placeholder 36"/>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1" name="Content Placeholder 37"/>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2" name="Content Placeholder 38"/>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3" name="Content Placeholder 39"/>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214" name="Content Placeholder 40"/>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5" name="Content Placeholder 41"/>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6" name="Content Placeholder 42"/>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7" name="Content Placeholder 43"/>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8" name="Content Placeholder 44"/>
          <p:cNvSpPr txBox="1"/>
          <p:nvPr/>
        </p:nvSpPr>
        <p:spPr>
          <a:xfrm>
            <a:off x="3469320" y="202572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19" name=""/>
          <p:cNvSpPr txBox="1"/>
          <p:nvPr/>
        </p:nvSpPr>
        <p:spPr>
          <a:xfrm>
            <a:off x="4608360" y="882000"/>
            <a:ext cx="4751640" cy="469800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void returnBook()</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int 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printf("Enter Book ID to return: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scanf("%d",&amp;id);</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for(int i=0;i&lt;count;i++)</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if(books[i].id==id)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books[i].status=0;</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printf("Book returned successfully\n");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return;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printf("Book not found\n");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18">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21" name="Rectangle 1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22" name="Rectangle 20">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cxnSp>
        <p:nvCxnSpPr>
          <p:cNvPr id="223" name="Straight Connector 5">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24" name="PlaceHolder 1"/>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225" name="Picture 8"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26" name="Title 10"/>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227" name="Content Placeholder 46"/>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28" name="Content Placeholder 47"/>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29" name="Content Placeholder 48"/>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0" name="Content Placeholder 49"/>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1" name="Content Placeholder 50"/>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232" name="Content Placeholder 51"/>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3" name="Content Placeholder 52"/>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4" name="Content Placeholder 53"/>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5" name="Content Placeholder 54"/>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6" name="Content Placeholder 55"/>
          <p:cNvSpPr txBox="1"/>
          <p:nvPr/>
        </p:nvSpPr>
        <p:spPr>
          <a:xfrm>
            <a:off x="3469320" y="202572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37" name=""/>
          <p:cNvSpPr txBox="1"/>
          <p:nvPr/>
        </p:nvSpPr>
        <p:spPr>
          <a:xfrm>
            <a:off x="4608360" y="900000"/>
            <a:ext cx="4751640" cy="520956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void listBooks()</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printf("\nID\tTitle\tAuthor\tStatus\n");</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for(int i=0;i&lt;count;i++)</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printf("%d\t%s\t%s\t%s\n",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books[i].title,</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books[i].author,</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books[i].status==0?"Available":"Issued");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int main()</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int choice;</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while(1)</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21">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39" name="Rectangle 22">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sp>
        <p:nvSpPr>
          <p:cNvPr id="240" name="Rectangle 23">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Tw Cen MT"/>
            </a:endParaRPr>
          </a:p>
        </p:txBody>
      </p:sp>
      <p:cxnSp>
        <p:nvCxnSpPr>
          <p:cNvPr id="241" name="Straight Connector 6">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42" name="PlaceHolder 1"/>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243" name="Picture 9"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44" name="Title 12"/>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245" name="Content Placeholder 57"/>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46" name="Content Placeholder 58"/>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47" name="Content Placeholder 59"/>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48" name="Content Placeholder 60"/>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49" name="Content Placeholder 61"/>
          <p:cNvSpPr txBox="1"/>
          <p:nvPr/>
        </p:nvSpPr>
        <p:spPr>
          <a:xfrm>
            <a:off x="3469320" y="2489400"/>
            <a:ext cx="7922880" cy="3554280"/>
          </a:xfrm>
          <a:prstGeom prst="rect">
            <a:avLst/>
          </a:prstGeom>
          <a:noFill/>
          <a:ln w="0">
            <a:noFill/>
          </a:ln>
        </p:spPr>
        <p:txBody>
          <a:bodyPr lIns="45720" rIns="45720" anchor="t">
            <a:normAutofit/>
          </a:bodyPr>
          <a:p>
            <a:pPr>
              <a:lnSpc>
                <a:spcPct val="90000"/>
              </a:lnSpc>
              <a:spcBef>
                <a:spcPts val="1417"/>
              </a:spcBef>
            </a:pPr>
            <a:endParaRPr b="0" lang="en-US" sz="2200" strike="noStrike" u="none">
              <a:solidFill>
                <a:schemeClr val="dk1"/>
              </a:solidFill>
              <a:effectLst/>
              <a:uFillTx/>
              <a:latin typeface="Tw Cen MT"/>
            </a:endParaRPr>
          </a:p>
          <a:p>
            <a:pPr marL="432000" indent="-324000">
              <a:lnSpc>
                <a:spcPct val="90000"/>
              </a:lnSpc>
              <a:spcBef>
                <a:spcPts val="1417"/>
              </a:spcBef>
              <a:buClr>
                <a:srgbClr val="000000"/>
              </a:buClr>
              <a:buSzPct val="45000"/>
              <a:buFont typeface="Wingdings" charset="2"/>
              <a:buChar char=""/>
            </a:pPr>
            <a:r>
              <a:rPr b="0" lang="en-US" sz="2200" strike="noStrike" u="none">
                <a:solidFill>
                  <a:schemeClr val="dk1"/>
                </a:solidFill>
                <a:effectLst/>
                <a:uFillTx/>
                <a:latin typeface="Tw Cen MT"/>
              </a:rPr>
              <a:t> </a:t>
            </a:r>
            <a:endParaRPr b="0" lang="en-US" sz="2200" strike="noStrike" u="none">
              <a:solidFill>
                <a:schemeClr val="dk1"/>
              </a:solidFill>
              <a:effectLst/>
              <a:uFillTx/>
              <a:latin typeface="Tw Cen MT"/>
            </a:endParaRPr>
          </a:p>
        </p:txBody>
      </p:sp>
      <p:sp>
        <p:nvSpPr>
          <p:cNvPr id="250" name="Content Placeholder 62"/>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51" name="Content Placeholder 63"/>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52" name="Content Placeholder 64"/>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53" name="Content Placeholder 65"/>
          <p:cNvSpPr txBox="1"/>
          <p:nvPr/>
        </p:nvSpPr>
        <p:spPr>
          <a:xfrm>
            <a:off x="3469320" y="248940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54" name="Content Placeholder 66"/>
          <p:cNvSpPr txBox="1"/>
          <p:nvPr/>
        </p:nvSpPr>
        <p:spPr>
          <a:xfrm>
            <a:off x="3469320" y="2025720"/>
            <a:ext cx="7922880" cy="3554280"/>
          </a:xfrm>
          <a:prstGeom prst="rect">
            <a:avLst/>
          </a:prstGeom>
          <a:noFill/>
          <a:ln w="0">
            <a:noFill/>
          </a:ln>
        </p:spPr>
        <p:txBody>
          <a:bodyPr lIns="45720" rIns="45720" anchor="t">
            <a:normAutofit/>
          </a:bodyPr>
          <a:p>
            <a:pPr defTabSz="914400">
              <a:lnSpc>
                <a:spcPct val="90000"/>
              </a:lnSpc>
              <a:spcBef>
                <a:spcPts val="1199"/>
              </a:spcBef>
              <a:spcAft>
                <a:spcPts val="201"/>
              </a:spcAft>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
        <p:nvSpPr>
          <p:cNvPr id="255" name=""/>
          <p:cNvSpPr txBox="1"/>
          <p:nvPr/>
        </p:nvSpPr>
        <p:spPr>
          <a:xfrm>
            <a:off x="4721760" y="484560"/>
            <a:ext cx="5178240" cy="5721840"/>
          </a:xfrm>
          <a:prstGeom prst="rect">
            <a:avLst/>
          </a:prstGeom>
          <a:noFill/>
          <a:ln w="0">
            <a:noFill/>
          </a:ln>
        </p:spPr>
        <p:txBody>
          <a:bodyPr lIns="90000" rIns="90000" tIns="45000" bIns="45000" anchor="t">
            <a:spAutoFit/>
          </a:bodyPr>
          <a:p>
            <a:r>
              <a:rPr b="0" lang="en-IN" sz="1800" strike="noStrike" u="none">
                <a:solidFill>
                  <a:srgbClr val="000000"/>
                </a:solidFill>
                <a:effectLst/>
                <a:uFillTx/>
                <a:latin typeface="Arial"/>
              </a:rPr>
              <a:t>   </a:t>
            </a:r>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printf("\n--- MINI LIBRARY CATALOG ---\n");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printf("1.Add Book\n");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printf("2.Issue Book\n");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printf("3.Return Book\n");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printf("4.List Books\n");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printf("5.Exit\n");</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printf("Enter your choice: ");</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scanf("%d",&amp;choice);</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switch(choice)</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case 1: addBook(); break;</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case 2: issueBook(); break;</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case 3: returnBook(); break;</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case 4: listBooks(); break;</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case 5: return 0;</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default: printf("Invalid choice\n");</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7">
            <a:extLst>
              <a:ext uri="{C183D7F6-B498-43B3-948B-1728B52AA6E4}">
                <adec:decorative xmlns:adec="http://schemas.microsoft.com/office/drawing/2017/decorative" val="1"/>
              </a:ext>
            </a:extLst>
          </p:cNvPr>
          <p:cNvSpPr/>
          <p:nvPr/>
        </p:nvSpPr>
        <p:spPr>
          <a:xfrm>
            <a:off x="228240" y="180000"/>
            <a:ext cx="7331760" cy="667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57" name="Rectangle 9">
            <a:extLst>
              <a:ext uri="{C183D7F6-B498-43B3-948B-1728B52AA6E4}">
                <adec:decorative xmlns:adec="http://schemas.microsoft.com/office/drawing/2017/decorative" val="1"/>
              </a:ext>
            </a:extLst>
          </p:cNvPr>
          <p:cNvSpPr/>
          <p:nvPr/>
        </p:nvSpPr>
        <p:spPr>
          <a:xfrm>
            <a:off x="2880000" y="54000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58"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fontScale="25000" lnSpcReduction="19999"/>
          </a:bodyPr>
          <a:p>
            <a:pPr indent="0" defTabSz="914400">
              <a:lnSpc>
                <a:spcPct val="100000"/>
              </a:lnSpc>
              <a:buNone/>
            </a:pPr>
            <a:br>
              <a:rPr sz="5000"/>
            </a:br>
            <a:br>
              <a:rPr sz="5000"/>
            </a:br>
            <a:r>
              <a:rPr b="0" lang="en-IN" sz="5000" spc="99" strike="noStrike" u="none" cap="all">
                <a:solidFill>
                  <a:srgbClr val="ffffff"/>
                </a:solidFill>
                <a:effectLst/>
                <a:uFillTx/>
                <a:latin typeface="Tw Cen MT Condensed"/>
                <a:ea typeface="Microsoft YaHei"/>
              </a:rPr>
              <a:t>OUTPUT SCREEN</a:t>
            </a:r>
            <a:br>
              <a:rPr sz="5000"/>
            </a:br>
            <a:br>
              <a:rPr sz="5000"/>
            </a:br>
            <a:br>
              <a:rPr sz="5000"/>
            </a:br>
            <a:br>
              <a:rPr sz="5000"/>
            </a:br>
            <a:br>
              <a:rPr sz="5000"/>
            </a:br>
            <a:r>
              <a:rPr b="0" lang="en-IN" sz="5000" spc="99" strike="noStrike" u="none" cap="all">
                <a:solidFill>
                  <a:srgbClr val="ffffff"/>
                </a:solidFill>
                <a:effectLst/>
                <a:uFillTx/>
                <a:latin typeface="Tw Cen MT Condensed"/>
              </a:rPr>
              <a:t>MINI LIBRARY CATALOG ---</a:t>
            </a:r>
            <a:br>
              <a:rPr sz="5000"/>
            </a:br>
            <a:br>
              <a:rPr sz="5000"/>
            </a:br>
            <a:r>
              <a:rPr b="0" lang="en-IN" sz="5000" spc="99" strike="noStrike" u="none" cap="all">
                <a:solidFill>
                  <a:srgbClr val="ffffff"/>
                </a:solidFill>
                <a:effectLst/>
                <a:uFillTx/>
                <a:latin typeface="Tw Cen MT Condensed"/>
              </a:rPr>
              <a:t>1.Add Book</a:t>
            </a:r>
            <a:br>
              <a:rPr sz="5000"/>
            </a:br>
            <a:r>
              <a:rPr b="0" lang="en-IN" sz="5000" spc="99" strike="noStrike" u="none" cap="all">
                <a:solidFill>
                  <a:srgbClr val="ffffff"/>
                </a:solidFill>
                <a:effectLst/>
                <a:uFillTx/>
                <a:latin typeface="Tw Cen MT Condensed"/>
              </a:rPr>
              <a:t>2.Issue Book</a:t>
            </a:r>
            <a:br>
              <a:rPr sz="5000"/>
            </a:br>
            <a:r>
              <a:rPr b="0" lang="en-IN" sz="5000" spc="99" strike="noStrike" u="none" cap="all">
                <a:solidFill>
                  <a:srgbClr val="ffffff"/>
                </a:solidFill>
                <a:effectLst/>
                <a:uFillTx/>
                <a:latin typeface="Tw Cen MT Condensed"/>
              </a:rPr>
              <a:t>3.Return Book</a:t>
            </a:r>
            <a:br>
              <a:rPr sz="5000"/>
            </a:br>
            <a:r>
              <a:rPr b="0" lang="en-IN" sz="5000" spc="99" strike="noStrike" u="none" cap="all">
                <a:solidFill>
                  <a:srgbClr val="ffffff"/>
                </a:solidFill>
                <a:effectLst/>
                <a:uFillTx/>
                <a:latin typeface="Tw Cen MT Condensed"/>
              </a:rPr>
              <a:t>4.List Books</a:t>
            </a:r>
            <a:br>
              <a:rPr sz="5000"/>
            </a:br>
            <a:r>
              <a:rPr b="0" lang="en-IN" sz="5000" spc="99" strike="noStrike" u="none" cap="all">
                <a:solidFill>
                  <a:srgbClr val="ffffff"/>
                </a:solidFill>
                <a:effectLst/>
                <a:uFillTx/>
                <a:latin typeface="Tw Cen MT Condensed"/>
              </a:rPr>
              <a:t>5.Exit</a:t>
            </a:r>
            <a:br>
              <a:rPr sz="5000"/>
            </a:br>
            <a:br>
              <a:rPr sz="5000"/>
            </a:br>
            <a:r>
              <a:rPr b="0" lang="en-IN" sz="5000" spc="99" strike="noStrike" u="none" cap="all">
                <a:solidFill>
                  <a:srgbClr val="ffffff"/>
                </a:solidFill>
                <a:effectLst/>
                <a:uFillTx/>
                <a:latin typeface="Tw Cen MT Condensed"/>
              </a:rPr>
              <a:t>Enter your choice: 1</a:t>
            </a:r>
            <a:br>
              <a:rPr sz="5000"/>
            </a:br>
            <a:br>
              <a:rPr sz="5000"/>
            </a:br>
            <a:r>
              <a:rPr b="0" lang="en-IN" sz="5000" spc="99" strike="noStrike" u="none" cap="all">
                <a:solidFill>
                  <a:srgbClr val="ffffff"/>
                </a:solidFill>
                <a:effectLst/>
                <a:uFillTx/>
                <a:latin typeface="Tw Cen MT Condensed"/>
              </a:rPr>
              <a:t>Enter Book ID: 101</a:t>
            </a:r>
            <a:br>
              <a:rPr sz="5000"/>
            </a:br>
            <a:r>
              <a:rPr b="0" lang="en-IN" sz="5000" spc="99" strike="noStrike" u="none" cap="all">
                <a:solidFill>
                  <a:srgbClr val="ffffff"/>
                </a:solidFill>
                <a:effectLst/>
                <a:uFillTx/>
                <a:latin typeface="Tw Cen MT Condensed"/>
              </a:rPr>
              <a:t>Enter Book Title: C Programming</a:t>
            </a:r>
            <a:br>
              <a:rPr sz="5000"/>
            </a:br>
            <a:r>
              <a:rPr b="0" lang="en-IN" sz="5000" spc="99" strike="noStrike" u="none" cap="all">
                <a:solidFill>
                  <a:srgbClr val="ffffff"/>
                </a:solidFill>
                <a:effectLst/>
                <a:uFillTx/>
                <a:latin typeface="Tw Cen MT Condensed"/>
              </a:rPr>
              <a:t>Enter Author Name: Dennis Ritchie</a:t>
            </a:r>
            <a:br>
              <a:rPr sz="5000"/>
            </a:br>
            <a:br>
              <a:rPr sz="5000"/>
            </a:br>
            <a:r>
              <a:rPr b="0" lang="en-IN" sz="5000" spc="99" strike="noStrike" u="none" cap="all">
                <a:solidFill>
                  <a:srgbClr val="ffffff"/>
                </a:solidFill>
                <a:effectLst/>
                <a:uFillTx/>
                <a:latin typeface="Tw Cen MT Condensed"/>
              </a:rPr>
              <a:t>Book added successfully</a:t>
            </a:r>
            <a:br>
              <a:rPr sz="5000"/>
            </a:br>
            <a:r>
              <a:rPr b="0" lang="en-IN" sz="5000" spc="99" strike="noStrike" u="none" cap="all">
                <a:solidFill>
                  <a:srgbClr val="ffffff"/>
                </a:solidFill>
                <a:effectLst/>
                <a:uFillTx/>
                <a:latin typeface="Tw Cen MT Condensed"/>
              </a:rPr>
              <a:t>Copy code</a:t>
            </a:r>
            <a:br>
              <a:rPr sz="5000"/>
            </a:br>
            <a:br>
              <a:rPr sz="5000"/>
            </a:br>
            <a:r>
              <a:rPr b="0" lang="en-IN" sz="5000" spc="99" strike="noStrike" u="none" cap="all">
                <a:solidFill>
                  <a:srgbClr val="ffffff"/>
                </a:solidFill>
                <a:effectLst/>
                <a:uFillTx/>
                <a:latin typeface="Tw Cen MT Condensed"/>
              </a:rPr>
              <a:t>Enter your choice: 4</a:t>
            </a:r>
            <a:br>
              <a:rPr sz="5000"/>
            </a:br>
            <a:br>
              <a:rPr sz="5000"/>
            </a:br>
            <a:r>
              <a:rPr b="0" lang="en-IN" sz="5000" spc="99" strike="noStrike" u="none" cap="all">
                <a:solidFill>
                  <a:srgbClr val="ffffff"/>
                </a:solidFill>
                <a:effectLst/>
                <a:uFillTx/>
                <a:latin typeface="Tw Cen MT Condensed"/>
              </a:rPr>
              <a:t>ID   Title             Author           Status</a:t>
            </a:r>
            <a:br>
              <a:rPr sz="5000"/>
            </a:br>
            <a:r>
              <a:rPr b="0" lang="en-IN" sz="5000" spc="99" strike="noStrike" u="none" cap="all">
                <a:solidFill>
                  <a:srgbClr val="ffffff"/>
                </a:solidFill>
                <a:effectLst/>
                <a:uFillTx/>
                <a:latin typeface="Tw Cen MT Condensed"/>
              </a:rPr>
              <a:t>101  C Programming     Dennis Ritchie   Available</a:t>
            </a:r>
            <a:endParaRPr b="0" lang="en-US" sz="5000" strike="noStrike" u="none">
              <a:solidFill>
                <a:schemeClr val="dk1"/>
              </a:solidFill>
              <a:effectLst/>
              <a:uFillTx/>
              <a:latin typeface="Tw Cen MT"/>
            </a:endParaRPr>
          </a:p>
        </p:txBody>
      </p:sp>
      <p:sp>
        <p:nvSpPr>
          <p:cNvPr id="259"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260" name="Straight Connector 13">
            <a:extLst>
              <a:ext uri="{C183D7F6-B498-43B3-948B-1728B52AA6E4}">
                <adec:decorative xmlns:adec="http://schemas.microsoft.com/office/drawing/2017/decorative" val="1"/>
              </a:ext>
            </a:extLst>
          </p:cNvPr>
          <p:cNvCxnSpPr/>
          <p:nvPr/>
        </p:nvCxnSpPr>
        <p:spPr>
          <a:xfrm flipV="1">
            <a:off x="3420000" y="900000"/>
            <a:ext cx="360" cy="914760"/>
          </a:xfrm>
          <a:prstGeom prst="straightConnector1">
            <a:avLst/>
          </a:prstGeom>
          <a:ln w="19050">
            <a:solidFill>
              <a:schemeClr val="accent1">
                <a:alpha val="80000"/>
              </a:schemeClr>
            </a:solidFill>
            <a:round/>
          </a:ln>
        </p:spPr>
      </p:cxnSp>
      <p:sp>
        <p:nvSpPr>
          <p:cNvPr id="261"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262"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63"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264" name=""/>
          <p:cNvSpPr txBox="1"/>
          <p:nvPr/>
        </p:nvSpPr>
        <p:spPr>
          <a:xfrm>
            <a:off x="-7020000" y="9360000"/>
            <a:ext cx="1080000" cy="13806000"/>
          </a:xfrm>
          <a:prstGeom prst="rect">
            <a:avLst/>
          </a:prstGeom>
          <a:noFill/>
          <a:ln w="0">
            <a:noFill/>
          </a:ln>
        </p:spPr>
        <p:txBody>
          <a:bodyPr lIns="90000" rIns="90000" tIns="45000" bIns="45000" anchor="t">
            <a:spAutoFit/>
          </a:bodyPr>
          <a:p>
            <a:r>
              <a:rPr b="0" lang="en-IN" sz="1800" strike="noStrike" u="none">
                <a:solidFill>
                  <a:srgbClr val="000000"/>
                </a:solidFill>
                <a:effectLst/>
                <a:uFillTx/>
                <a:latin typeface="Arial"/>
              </a:rPr>
              <a:t>--- MINI LIBRARY CATALOG ---</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1.Add Book</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2.Issue Book</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3.Return Book</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4.List Books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5.Exit</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Enter your choice: 1</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Enter Book ID: 101</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Enter Book Title: C Programming</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Enter Author Name: Dennis Ritchie</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Book added successfully</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Copy code</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Enter your choice: 4</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ID   Title             Author           Status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101  C Programming     Dennis Ritchie   Available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Rectangle 7">
            <a:extLst>
              <a:ext uri="{C183D7F6-B498-43B3-948B-1728B52AA6E4}">
                <adec:decorative xmlns:adec="http://schemas.microsoft.com/office/drawing/2017/decorative" val="1"/>
              </a:ext>
            </a:extLst>
          </p:cNvPr>
          <p:cNvSpPr/>
          <p:nvPr/>
        </p:nvSpPr>
        <p:spPr>
          <a:xfrm>
            <a:off x="-5544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66"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67"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Results &amp; Discussion</a:t>
            </a:r>
            <a:endParaRPr b="0" lang="en-US" sz="5000" strike="noStrike" u="none">
              <a:solidFill>
                <a:schemeClr val="dk1"/>
              </a:solidFill>
              <a:effectLst/>
              <a:uFillTx/>
              <a:latin typeface="Tw Cen MT"/>
            </a:endParaRPr>
          </a:p>
        </p:txBody>
      </p:sp>
      <p:sp>
        <p:nvSpPr>
          <p:cNvPr id="268"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269"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70"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The Mini Library Catalog system was successfully developed using C programming. The program allows users to manage book records by adding, issuing, returning, and displaying books.</a:t>
            </a:r>
            <a:endParaRPr b="0" lang="en-US" sz="1800" strike="noStrike" u="none">
              <a:solidFill>
                <a:schemeClr val="dk1"/>
              </a:solidFill>
              <a:effectLst/>
              <a:uFillTx/>
              <a:latin typeface="Tw Cen MT"/>
            </a:endParaRPr>
          </a:p>
        </p:txBody>
      </p:sp>
      <p:pic>
        <p:nvPicPr>
          <p:cNvPr id="271"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72"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74"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75"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Conclusion &amp; Future Enhancement</a:t>
            </a:r>
            <a:endParaRPr b="0" lang="en-US" sz="5000" strike="noStrike" u="none">
              <a:solidFill>
                <a:schemeClr val="dk1"/>
              </a:solidFill>
              <a:effectLst/>
              <a:uFillTx/>
              <a:latin typeface="Tw Cen MT"/>
            </a:endParaRPr>
          </a:p>
        </p:txBody>
      </p:sp>
      <p:sp>
        <p:nvSpPr>
          <p:cNvPr id="276"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277"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78"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500" strike="noStrike" u="none">
                <a:solidFill>
                  <a:srgbClr val="ffffff"/>
                </a:solidFill>
                <a:effectLst/>
                <a:uFillTx/>
                <a:latin typeface="Tw Cen MT"/>
              </a:rPr>
              <a:t>This project demonstrates how C programming concepts such as structures, arrays, functions, and loops can be used to create a simple library management system.</a:t>
            </a: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500" strike="noStrike" u="none">
                <a:solidFill>
                  <a:srgbClr val="ffffff"/>
                </a:solidFill>
                <a:effectLst/>
                <a:uFillTx/>
                <a:latin typeface="Tw Cen MT"/>
              </a:rPr>
              <a:t>The system can be improved in the future by adding features such as searching books, deleting books, and file storage.</a:t>
            </a:r>
            <a:endParaRPr b="0" lang="en-US" sz="1500" strike="noStrike" u="none">
              <a:solidFill>
                <a:schemeClr val="dk1"/>
              </a:solidFill>
              <a:effectLst/>
              <a:uFillTx/>
              <a:latin typeface="Tw Cen MT"/>
            </a:endParaRPr>
          </a:p>
        </p:txBody>
      </p:sp>
      <p:pic>
        <p:nvPicPr>
          <p:cNvPr id="279"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80"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82"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83"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References / Acknowledgement</a:t>
            </a:r>
            <a:endParaRPr b="0" lang="en-US" sz="5000" strike="noStrike" u="none">
              <a:solidFill>
                <a:schemeClr val="dk1"/>
              </a:solidFill>
              <a:effectLst/>
              <a:uFillTx/>
              <a:latin typeface="Tw Cen MT"/>
            </a:endParaRPr>
          </a:p>
        </p:txBody>
      </p:sp>
      <p:sp>
        <p:nvSpPr>
          <p:cNvPr id="284"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285"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286"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The C Programming Language – Kernighan and Ritchie</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Online C programming tutorials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Classroom lecture notes</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Acknowledgement</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I would like to express my sincere thanks to my faculty members and institution for giving me the opportunity to complete this project successfully.</a:t>
            </a:r>
            <a:endParaRPr b="0" lang="en-US" sz="1800" strike="noStrike" u="none">
              <a:solidFill>
                <a:schemeClr val="dk1"/>
              </a:solidFill>
              <a:effectLst/>
              <a:uFillTx/>
              <a:latin typeface="Tw Cen MT"/>
            </a:endParaRPr>
          </a:p>
        </p:txBody>
      </p:sp>
      <p:pic>
        <p:nvPicPr>
          <p:cNvPr id="287"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288"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90" name="Rectangle 5">
            <a:extLst>
              <a:ext uri="{C183D7F6-B498-43B3-948B-1728B52AA6E4}">
                <adec:decorative xmlns:adec="http://schemas.microsoft.com/office/drawing/2017/decorative" val="1"/>
              </a:ext>
            </a:extLst>
          </p:cNvPr>
          <p:cNvSpPr/>
          <p:nvPr/>
        </p:nvSpPr>
        <p:spPr>
          <a:xfrm>
            <a:off x="327600" y="321840"/>
            <a:ext cx="11550960" cy="621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291" name="PlaceHolder 1"/>
          <p:cNvSpPr>
            <a:spLocks noGrp="1"/>
          </p:cNvSpPr>
          <p:nvPr>
            <p:ph type="title"/>
          </p:nvPr>
        </p:nvSpPr>
        <p:spPr>
          <a:xfrm>
            <a:off x="1024200" y="585360"/>
            <a:ext cx="103294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Thank You</a:t>
            </a:r>
            <a:endParaRPr b="0" lang="en-US" sz="5000" strike="noStrike" u="none">
              <a:solidFill>
                <a:schemeClr val="dk1"/>
              </a:solidFill>
              <a:effectLst/>
              <a:uFillTx/>
              <a:latin typeface="Tw Cen MT"/>
            </a:endParaRPr>
          </a:p>
        </p:txBody>
      </p:sp>
      <p:cxnSp>
        <p:nvCxnSpPr>
          <p:cNvPr id="292" name="Straight Connector 11">
            <a:extLst>
              <a:ext uri="{C183D7F6-B498-43B3-948B-1728B52AA6E4}">
                <adec:decorative xmlns:adec="http://schemas.microsoft.com/office/drawing/2017/decorative" val="1"/>
              </a:ext>
            </a:extLst>
          </p:cNvPr>
          <p:cNvCxnSpPr/>
          <p:nvPr/>
        </p:nvCxnSpPr>
        <p:spPr>
          <a:xfrm flipV="1">
            <a:off x="761760" y="826200"/>
            <a:ext cx="360" cy="914760"/>
          </a:xfrm>
          <a:prstGeom prst="straightConnector1">
            <a:avLst/>
          </a:prstGeom>
          <a:ln w="19050">
            <a:solidFill>
              <a:srgbClr val="1cade4">
                <a:lumMod val="20000"/>
                <a:lumOff val="80000"/>
              </a:srgbClr>
            </a:solidFill>
            <a:round/>
          </a:ln>
        </p:spPr>
      </p:cxnSp>
      <p:sp>
        <p:nvSpPr>
          <p:cNvPr id="293" name="PlaceHolder 2"/>
          <p:cNvSpPr>
            <a:spLocks noGrp="1"/>
          </p:cNvSpPr>
          <p:nvPr>
            <p:ph/>
          </p:nvPr>
        </p:nvSpPr>
        <p:spPr>
          <a:xfrm>
            <a:off x="1024200" y="2286000"/>
            <a:ext cx="10329480" cy="38624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Project Motto:</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“Books Organized, Knowledge Accessible.”</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Closing Remark:</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“This Mini Library Catalog project highlights how technology can support efficient book management. We appreciate your time and look forward to your questions and feedback.”</a:t>
            </a:r>
            <a:endParaRPr b="0" lang="en-US" sz="18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blip r:embed="rId1"/>
          <a:srcRect l="0" t="0" r="0" b="0"/>
          <a:tile tx="0" ty="0" sx="40000" sy="40000" flip="none" algn="tl"/>
        </a:blip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21</TotalTime>
  <Application>LibreOffice/25.2.7.2$Windows_X86_64 LibreOffice_project/5cbfd1ab6520636bb5f7b99185aa69bd7456825d</Application>
  <AppVersion>15.0000</AppVersion>
  <Words>487</Words>
  <Paragraphs>109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2026-03-13T13:31:59Z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